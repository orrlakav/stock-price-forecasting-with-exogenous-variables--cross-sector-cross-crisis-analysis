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060238" cy="15792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E07A7-CC96-4E9C-AD1B-B7D113E85810}" v="33" dt="2025-09-01T20:58:12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62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la Kavanagh" userId="9d99aa77bd8f0ec5" providerId="LiveId" clId="{F04E07A7-CC96-4E9C-AD1B-B7D113E85810}"/>
    <pc:docChg chg="undo custSel addSld modSld">
      <pc:chgData name="Orla Kavanagh" userId="9d99aa77bd8f0ec5" providerId="LiveId" clId="{F04E07A7-CC96-4E9C-AD1B-B7D113E85810}" dt="2025-08-20T11:23:08.354" v="1598" actId="164"/>
      <pc:docMkLst>
        <pc:docMk/>
      </pc:docMkLst>
      <pc:sldChg chg="delSp modSp new mod">
        <pc:chgData name="Orla Kavanagh" userId="9d99aa77bd8f0ec5" providerId="LiveId" clId="{F04E07A7-CC96-4E9C-AD1B-B7D113E85810}" dt="2025-08-20T10:09:55.546" v="35" actId="14100"/>
        <pc:sldMkLst>
          <pc:docMk/>
          <pc:sldMk cId="2246533368" sldId="256"/>
        </pc:sldMkLst>
        <pc:spChg chg="mod">
          <ac:chgData name="Orla Kavanagh" userId="9d99aa77bd8f0ec5" providerId="LiveId" clId="{F04E07A7-CC96-4E9C-AD1B-B7D113E85810}" dt="2025-08-20T10:09:55.546" v="35" actId="14100"/>
          <ac:spMkLst>
            <pc:docMk/>
            <pc:sldMk cId="2246533368" sldId="256"/>
            <ac:spMk id="2" creationId="{FB29E1EF-B463-DEFB-75B9-27B59E2891EB}"/>
          </ac:spMkLst>
        </pc:spChg>
      </pc:sldChg>
      <pc:sldChg chg="addSp delSp modSp new mod">
        <pc:chgData name="Orla Kavanagh" userId="9d99aa77bd8f0ec5" providerId="LiveId" clId="{F04E07A7-CC96-4E9C-AD1B-B7D113E85810}" dt="2025-08-20T11:23:08.354" v="1598" actId="164"/>
        <pc:sldMkLst>
          <pc:docMk/>
          <pc:sldMk cId="4267919530" sldId="257"/>
        </pc:sldMkLst>
        <pc:spChg chg="add mod">
          <ac:chgData name="Orla Kavanagh" userId="9d99aa77bd8f0ec5" providerId="LiveId" clId="{F04E07A7-CC96-4E9C-AD1B-B7D113E85810}" dt="2025-08-20T10:25:03.052" v="331" actId="1076"/>
          <ac:spMkLst>
            <pc:docMk/>
            <pc:sldMk cId="4267919530" sldId="257"/>
            <ac:spMk id="4" creationId="{8B77163F-54D3-5278-2CB7-C3656C93D5AB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5" creationId="{C70420BE-6A91-6F22-053B-8C2C254172B3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6" creationId="{92A7B9F5-CDEA-5325-82A1-61A2D9FCE1F4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7" creationId="{AD1DD8EA-99B4-F6F0-9531-293DC2013900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8" creationId="{43736361-42E9-6731-1CAE-768B0306FBA8}"/>
          </ac:spMkLst>
        </pc:spChg>
        <pc:spChg chg="add mod">
          <ac:chgData name="Orla Kavanagh" userId="9d99aa77bd8f0ec5" providerId="LiveId" clId="{F04E07A7-CC96-4E9C-AD1B-B7D113E85810}" dt="2025-08-20T10:25:03.052" v="331" actId="1076"/>
          <ac:spMkLst>
            <pc:docMk/>
            <pc:sldMk cId="4267919530" sldId="257"/>
            <ac:spMk id="9" creationId="{1A955E04-B9D8-0B5F-C63E-9C1048904CB4}"/>
          </ac:spMkLst>
        </pc:spChg>
        <pc:spChg chg="add mod">
          <ac:chgData name="Orla Kavanagh" userId="9d99aa77bd8f0ec5" providerId="LiveId" clId="{F04E07A7-CC96-4E9C-AD1B-B7D113E85810}" dt="2025-08-20T11:12:44.058" v="1506" actId="1076"/>
          <ac:spMkLst>
            <pc:docMk/>
            <pc:sldMk cId="4267919530" sldId="257"/>
            <ac:spMk id="11" creationId="{29462BAF-720F-2066-C220-C8567DB5F141}"/>
          </ac:spMkLst>
        </pc:spChg>
        <pc:spChg chg="add mod">
          <ac:chgData name="Orla Kavanagh" userId="9d99aa77bd8f0ec5" providerId="LiveId" clId="{F04E07A7-CC96-4E9C-AD1B-B7D113E85810}" dt="2025-08-20T11:15:17.842" v="1534" actId="1076"/>
          <ac:spMkLst>
            <pc:docMk/>
            <pc:sldMk cId="4267919530" sldId="257"/>
            <ac:spMk id="12" creationId="{A1AD7F7C-A5B5-E5B3-D8EA-EA1D9C406514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13" creationId="{6AA8BA21-8493-4112-958D-C4EFEB2F14AE}"/>
          </ac:spMkLst>
        </pc:spChg>
        <pc:spChg chg="add mod">
          <ac:chgData name="Orla Kavanagh" userId="9d99aa77bd8f0ec5" providerId="LiveId" clId="{F04E07A7-CC96-4E9C-AD1B-B7D113E85810}" dt="2025-08-20T11:13:32.353" v="1512" actId="1076"/>
          <ac:spMkLst>
            <pc:docMk/>
            <pc:sldMk cId="4267919530" sldId="257"/>
            <ac:spMk id="14" creationId="{972D3DFE-A526-D90C-D25E-55C65512FE3C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16" creationId="{5E7B68F3-6EB9-6668-8B29-377B7D3F675A}"/>
          </ac:spMkLst>
        </pc:spChg>
        <pc:spChg chg="add mod">
          <ac:chgData name="Orla Kavanagh" userId="9d99aa77bd8f0ec5" providerId="LiveId" clId="{F04E07A7-CC96-4E9C-AD1B-B7D113E85810}" dt="2025-08-20T11:15:29.606" v="1536" actId="1076"/>
          <ac:spMkLst>
            <pc:docMk/>
            <pc:sldMk cId="4267919530" sldId="257"/>
            <ac:spMk id="17" creationId="{5FDA1F79-CB2C-0CD6-3ACC-8DE2236384F1}"/>
          </ac:spMkLst>
        </pc:spChg>
        <pc:spChg chg="add mod">
          <ac:chgData name="Orla Kavanagh" userId="9d99aa77bd8f0ec5" providerId="LiveId" clId="{F04E07A7-CC96-4E9C-AD1B-B7D113E85810}" dt="2025-08-20T11:19:08.137" v="1595" actId="20577"/>
          <ac:spMkLst>
            <pc:docMk/>
            <pc:sldMk cId="4267919530" sldId="257"/>
            <ac:spMk id="18" creationId="{F7417CC5-4855-532F-43E5-6FE98EBFA676}"/>
          </ac:spMkLst>
        </pc:spChg>
        <pc:spChg chg="add mod">
          <ac:chgData name="Orla Kavanagh" userId="9d99aa77bd8f0ec5" providerId="LiveId" clId="{F04E07A7-CC96-4E9C-AD1B-B7D113E85810}" dt="2025-08-20T11:12:44.058" v="1506" actId="1076"/>
          <ac:spMkLst>
            <pc:docMk/>
            <pc:sldMk cId="4267919530" sldId="257"/>
            <ac:spMk id="19" creationId="{7C240E94-81BB-D5EE-5F55-7B2F7889D4B2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20" creationId="{582B3C65-CA0E-6CCA-33AE-E408FCEAF5A6}"/>
          </ac:spMkLst>
        </pc:spChg>
        <pc:spChg chg="add mod">
          <ac:chgData name="Orla Kavanagh" userId="9d99aa77bd8f0ec5" providerId="LiveId" clId="{F04E07A7-CC96-4E9C-AD1B-B7D113E85810}" dt="2025-08-20T11:15:55.800" v="1540" actId="1076"/>
          <ac:spMkLst>
            <pc:docMk/>
            <pc:sldMk cId="4267919530" sldId="257"/>
            <ac:spMk id="21" creationId="{30828D44-C9B3-4868-E7FA-5929CEADE57D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22" creationId="{05239D6B-C8CC-EC41-A96B-A708F0B54782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75" creationId="{2B9FD578-913D-9C7B-C6C4-5005A75670C6}"/>
          </ac:spMkLst>
        </pc:spChg>
        <pc:spChg chg="add mod">
          <ac:chgData name="Orla Kavanagh" userId="9d99aa77bd8f0ec5" providerId="LiveId" clId="{F04E07A7-CC96-4E9C-AD1B-B7D113E85810}" dt="2025-08-20T11:15:43.619" v="1538" actId="1076"/>
          <ac:spMkLst>
            <pc:docMk/>
            <pc:sldMk cId="4267919530" sldId="257"/>
            <ac:spMk id="128" creationId="{E2951482-4723-7C07-C69B-7242C238DA22}"/>
          </ac:spMkLst>
        </pc:spChg>
        <pc:spChg chg="add mod">
          <ac:chgData name="Orla Kavanagh" userId="9d99aa77bd8f0ec5" providerId="LiveId" clId="{F04E07A7-CC96-4E9C-AD1B-B7D113E85810}" dt="2025-08-20T11:08:49.019" v="1413" actId="14100"/>
          <ac:spMkLst>
            <pc:docMk/>
            <pc:sldMk cId="4267919530" sldId="257"/>
            <ac:spMk id="141" creationId="{654D6D94-9AE9-97A5-AE49-9D12B74D28BF}"/>
          </ac:spMkLst>
        </pc:spChg>
        <pc:spChg chg="add mod">
          <ac:chgData name="Orla Kavanagh" userId="9d99aa77bd8f0ec5" providerId="LiveId" clId="{F04E07A7-CC96-4E9C-AD1B-B7D113E85810}" dt="2025-08-20T11:12:44.058" v="1506" actId="1076"/>
          <ac:spMkLst>
            <pc:docMk/>
            <pc:sldMk cId="4267919530" sldId="257"/>
            <ac:spMk id="162" creationId="{F2F05AD3-0BBD-F89C-992E-9346E0945F78}"/>
          </ac:spMkLst>
        </pc:spChg>
        <pc:spChg chg="add mod">
          <ac:chgData name="Orla Kavanagh" userId="9d99aa77bd8f0ec5" providerId="LiveId" clId="{F04E07A7-CC96-4E9C-AD1B-B7D113E85810}" dt="2025-08-20T11:23:08.354" v="1598" actId="164"/>
          <ac:spMkLst>
            <pc:docMk/>
            <pc:sldMk cId="4267919530" sldId="257"/>
            <ac:spMk id="165" creationId="{29CB79D2-D5F0-769F-13B7-41608267B69A}"/>
          </ac:spMkLst>
        </pc:spChg>
        <pc:cxnChg chg="add mod">
          <ac:chgData name="Orla Kavanagh" userId="9d99aa77bd8f0ec5" providerId="LiveId" clId="{F04E07A7-CC96-4E9C-AD1B-B7D113E85810}" dt="2025-08-20T10:47:39.487" v="1240" actId="14100"/>
          <ac:cxnSpMkLst>
            <pc:docMk/>
            <pc:sldMk cId="4267919530" sldId="257"/>
            <ac:cxnSpMk id="24" creationId="{E0B1908B-BCCA-0BAD-6336-E2E8DD63DFCE}"/>
          </ac:cxnSpMkLst>
        </pc:cxnChg>
        <pc:cxnChg chg="add mod">
          <ac:chgData name="Orla Kavanagh" userId="9d99aa77bd8f0ec5" providerId="LiveId" clId="{F04E07A7-CC96-4E9C-AD1B-B7D113E85810}" dt="2025-08-20T10:44:49.146" v="1201" actId="14100"/>
          <ac:cxnSpMkLst>
            <pc:docMk/>
            <pc:sldMk cId="4267919530" sldId="257"/>
            <ac:cxnSpMk id="25" creationId="{8E5934E5-B18E-801A-4C3D-2078566A9C6E}"/>
          </ac:cxnSpMkLst>
        </pc:cxnChg>
        <pc:cxnChg chg="add mod">
          <ac:chgData name="Orla Kavanagh" userId="9d99aa77bd8f0ec5" providerId="LiveId" clId="{F04E07A7-CC96-4E9C-AD1B-B7D113E85810}" dt="2025-08-20T10:44:57.766" v="1204" actId="14100"/>
          <ac:cxnSpMkLst>
            <pc:docMk/>
            <pc:sldMk cId="4267919530" sldId="257"/>
            <ac:cxnSpMk id="30" creationId="{43486C79-9A57-A283-21D2-B961FFC8F301}"/>
          </ac:cxnSpMkLst>
        </pc:cxnChg>
        <pc:cxnChg chg="add mod">
          <ac:chgData name="Orla Kavanagh" userId="9d99aa77bd8f0ec5" providerId="LiveId" clId="{F04E07A7-CC96-4E9C-AD1B-B7D113E85810}" dt="2025-08-20T10:45:04.704" v="1207" actId="14100"/>
          <ac:cxnSpMkLst>
            <pc:docMk/>
            <pc:sldMk cId="4267919530" sldId="257"/>
            <ac:cxnSpMk id="33" creationId="{51D0041A-428F-6367-2CEE-0EC909479CC4}"/>
          </ac:cxnSpMkLst>
        </pc:cxnChg>
        <pc:cxnChg chg="add mod">
          <ac:chgData name="Orla Kavanagh" userId="9d99aa77bd8f0ec5" providerId="LiveId" clId="{F04E07A7-CC96-4E9C-AD1B-B7D113E85810}" dt="2025-08-20T10:45:10.993" v="1210" actId="14100"/>
          <ac:cxnSpMkLst>
            <pc:docMk/>
            <pc:sldMk cId="4267919530" sldId="257"/>
            <ac:cxnSpMk id="36" creationId="{59EAEC4F-EBA8-CA96-52DB-056ED865E51E}"/>
          </ac:cxnSpMkLst>
        </pc:cxnChg>
        <pc:cxnChg chg="add mod">
          <ac:chgData name="Orla Kavanagh" userId="9d99aa77bd8f0ec5" providerId="LiveId" clId="{F04E07A7-CC96-4E9C-AD1B-B7D113E85810}" dt="2025-08-20T10:47:04.265" v="1234" actId="14100"/>
          <ac:cxnSpMkLst>
            <pc:docMk/>
            <pc:sldMk cId="4267919530" sldId="257"/>
            <ac:cxnSpMk id="39" creationId="{56C32EA3-FBAA-B5C4-2D70-088651FD6553}"/>
          </ac:cxnSpMkLst>
        </pc:cxnChg>
        <pc:cxnChg chg="add mod">
          <ac:chgData name="Orla Kavanagh" userId="9d99aa77bd8f0ec5" providerId="LiveId" clId="{F04E07A7-CC96-4E9C-AD1B-B7D113E85810}" dt="2025-08-20T10:47:16.702" v="1237" actId="14100"/>
          <ac:cxnSpMkLst>
            <pc:docMk/>
            <pc:sldMk cId="4267919530" sldId="257"/>
            <ac:cxnSpMk id="40" creationId="{7C7D16D9-11A8-DA39-E6D4-440014229EFD}"/>
          </ac:cxnSpMkLst>
        </pc:cxnChg>
        <pc:cxnChg chg="add mod">
          <ac:chgData name="Orla Kavanagh" userId="9d99aa77bd8f0ec5" providerId="LiveId" clId="{F04E07A7-CC96-4E9C-AD1B-B7D113E85810}" dt="2025-08-20T10:47:21.435" v="1238" actId="14100"/>
          <ac:cxnSpMkLst>
            <pc:docMk/>
            <pc:sldMk cId="4267919530" sldId="257"/>
            <ac:cxnSpMk id="41" creationId="{F7C55292-7025-019E-D173-3BF5D9274AF3}"/>
          </ac:cxnSpMkLst>
        </pc:cxnChg>
        <pc:cxnChg chg="add mod">
          <ac:chgData name="Orla Kavanagh" userId="9d99aa77bd8f0ec5" providerId="LiveId" clId="{F04E07A7-CC96-4E9C-AD1B-B7D113E85810}" dt="2025-08-20T10:47:06.770" v="1235" actId="14100"/>
          <ac:cxnSpMkLst>
            <pc:docMk/>
            <pc:sldMk cId="4267919530" sldId="257"/>
            <ac:cxnSpMk id="42" creationId="{A443ADBD-7BE2-3538-264A-E5608ED991A3}"/>
          </ac:cxnSpMkLst>
        </pc:cxnChg>
        <pc:cxnChg chg="add">
          <ac:chgData name="Orla Kavanagh" userId="9d99aa77bd8f0ec5" providerId="LiveId" clId="{F04E07A7-CC96-4E9C-AD1B-B7D113E85810}" dt="2025-08-20T10:48:12.024" v="1243" actId="11529"/>
          <ac:cxnSpMkLst>
            <pc:docMk/>
            <pc:sldMk cId="4267919530" sldId="257"/>
            <ac:cxnSpMk id="74" creationId="{19A7DB5F-D3ED-1F3E-6FBE-FE0735366187}"/>
          </ac:cxnSpMkLst>
        </pc:cxnChg>
        <pc:cxnChg chg="add mod">
          <ac:chgData name="Orla Kavanagh" userId="9d99aa77bd8f0ec5" providerId="LiveId" clId="{F04E07A7-CC96-4E9C-AD1B-B7D113E85810}" dt="2025-08-20T11:17:25.674" v="1555" actId="13822"/>
          <ac:cxnSpMkLst>
            <pc:docMk/>
            <pc:sldMk cId="4267919530" sldId="257"/>
            <ac:cxnSpMk id="77" creationId="{8E114A37-87C7-87DB-CBAB-CA10A8D32B8C}"/>
          </ac:cxnSpMkLst>
        </pc:cxnChg>
        <pc:cxnChg chg="add mod">
          <ac:chgData name="Orla Kavanagh" userId="9d99aa77bd8f0ec5" providerId="LiveId" clId="{F04E07A7-CC96-4E9C-AD1B-B7D113E85810}" dt="2025-08-20T11:17:27.728" v="1556" actId="13822"/>
          <ac:cxnSpMkLst>
            <pc:docMk/>
            <pc:sldMk cId="4267919530" sldId="257"/>
            <ac:cxnSpMk id="81" creationId="{E97CB71C-2D5B-E8F5-866F-A18759AE100E}"/>
          </ac:cxnSpMkLst>
        </pc:cxnChg>
        <pc:cxnChg chg="add mod">
          <ac:chgData name="Orla Kavanagh" userId="9d99aa77bd8f0ec5" providerId="LiveId" clId="{F04E07A7-CC96-4E9C-AD1B-B7D113E85810}" dt="2025-08-20T11:17:30.072" v="1557" actId="13822"/>
          <ac:cxnSpMkLst>
            <pc:docMk/>
            <pc:sldMk cId="4267919530" sldId="257"/>
            <ac:cxnSpMk id="104" creationId="{51B1D678-644B-36E9-75EC-EA3EA1D126F0}"/>
          </ac:cxnSpMkLst>
        </pc:cxnChg>
        <pc:cxnChg chg="add mod">
          <ac:chgData name="Orla Kavanagh" userId="9d99aa77bd8f0ec5" providerId="LiveId" clId="{F04E07A7-CC96-4E9C-AD1B-B7D113E85810}" dt="2025-08-20T11:15:55.800" v="1540" actId="1076"/>
          <ac:cxnSpMkLst>
            <pc:docMk/>
            <pc:sldMk cId="4267919530" sldId="257"/>
            <ac:cxnSpMk id="115" creationId="{6E625883-A625-7037-E7E6-E372AD66C30F}"/>
          </ac:cxnSpMkLst>
        </pc:cxnChg>
        <pc:cxnChg chg="add mod">
          <ac:chgData name="Orla Kavanagh" userId="9d99aa77bd8f0ec5" providerId="LiveId" clId="{F04E07A7-CC96-4E9C-AD1B-B7D113E85810}" dt="2025-08-20T11:12:44.058" v="1506" actId="1076"/>
          <ac:cxnSpMkLst>
            <pc:docMk/>
            <pc:sldMk cId="4267919530" sldId="257"/>
            <ac:cxnSpMk id="118" creationId="{8944F719-71CB-611E-893C-6EC5955D565A}"/>
          </ac:cxnSpMkLst>
        </pc:cxnChg>
        <pc:cxnChg chg="add mod">
          <ac:chgData name="Orla Kavanagh" userId="9d99aa77bd8f0ec5" providerId="LiveId" clId="{F04E07A7-CC96-4E9C-AD1B-B7D113E85810}" dt="2025-08-20T11:12:44.058" v="1506" actId="1076"/>
          <ac:cxnSpMkLst>
            <pc:docMk/>
            <pc:sldMk cId="4267919530" sldId="257"/>
            <ac:cxnSpMk id="120" creationId="{47EB067A-33B2-0FBC-7C07-B0E378A9BD32}"/>
          </ac:cxnSpMkLst>
        </pc:cxnChg>
        <pc:cxnChg chg="add mod">
          <ac:chgData name="Orla Kavanagh" userId="9d99aa77bd8f0ec5" providerId="LiveId" clId="{F04E07A7-CC96-4E9C-AD1B-B7D113E85810}" dt="2025-08-20T11:12:44.058" v="1506" actId="1076"/>
          <ac:cxnSpMkLst>
            <pc:docMk/>
            <pc:sldMk cId="4267919530" sldId="257"/>
            <ac:cxnSpMk id="122" creationId="{2AEDCB25-062E-9000-5A44-A93C9EB2F63C}"/>
          </ac:cxnSpMkLst>
        </pc:cxnChg>
        <pc:cxnChg chg="add mod">
          <ac:chgData name="Orla Kavanagh" userId="9d99aa77bd8f0ec5" providerId="LiveId" clId="{F04E07A7-CC96-4E9C-AD1B-B7D113E85810}" dt="2025-08-20T11:15:55.800" v="1540" actId="1076"/>
          <ac:cxnSpMkLst>
            <pc:docMk/>
            <pc:sldMk cId="4267919530" sldId="257"/>
            <ac:cxnSpMk id="130" creationId="{433483E8-5331-1105-44C3-D5E566AED929}"/>
          </ac:cxnSpMkLst>
        </pc:cxnChg>
        <pc:cxnChg chg="add mod">
          <ac:chgData name="Orla Kavanagh" userId="9d99aa77bd8f0ec5" providerId="LiveId" clId="{F04E07A7-CC96-4E9C-AD1B-B7D113E85810}" dt="2025-08-20T11:15:17.842" v="1534" actId="1076"/>
          <ac:cxnSpMkLst>
            <pc:docMk/>
            <pc:sldMk cId="4267919530" sldId="257"/>
            <ac:cxnSpMk id="147" creationId="{C26C88C1-3272-902F-8390-22D977342C39}"/>
          </ac:cxnSpMkLst>
        </pc:cxnChg>
        <pc:cxnChg chg="add mod">
          <ac:chgData name="Orla Kavanagh" userId="9d99aa77bd8f0ec5" providerId="LiveId" clId="{F04E07A7-CC96-4E9C-AD1B-B7D113E85810}" dt="2025-08-20T11:16:54.028" v="1551" actId="14100"/>
          <ac:cxnSpMkLst>
            <pc:docMk/>
            <pc:sldMk cId="4267919530" sldId="257"/>
            <ac:cxnSpMk id="196" creationId="{E9ED47BA-3200-FC36-5D32-01EAF19CABC1}"/>
          </ac:cxnSpMkLst>
        </pc:cxnChg>
        <pc:cxnChg chg="add mod">
          <ac:chgData name="Orla Kavanagh" userId="9d99aa77bd8f0ec5" providerId="LiveId" clId="{F04E07A7-CC96-4E9C-AD1B-B7D113E85810}" dt="2025-08-20T11:16:58.314" v="1552" actId="14100"/>
          <ac:cxnSpMkLst>
            <pc:docMk/>
            <pc:sldMk cId="4267919530" sldId="257"/>
            <ac:cxnSpMk id="200" creationId="{35B183DC-F934-1980-99AF-B9A34984EA2B}"/>
          </ac:cxnSpMkLst>
        </pc:cxnChg>
        <pc:cxnChg chg="add mod">
          <ac:chgData name="Orla Kavanagh" userId="9d99aa77bd8f0ec5" providerId="LiveId" clId="{F04E07A7-CC96-4E9C-AD1B-B7D113E85810}" dt="2025-08-20T11:17:32.599" v="1558" actId="13822"/>
          <ac:cxnSpMkLst>
            <pc:docMk/>
            <pc:sldMk cId="4267919530" sldId="257"/>
            <ac:cxnSpMk id="202" creationId="{134FC0F6-5AB2-F88B-C8AA-6DFD11E0F5C0}"/>
          </ac:cxnSpMkLst>
        </pc:cxnChg>
        <pc:cxnChg chg="add mod">
          <ac:chgData name="Orla Kavanagh" userId="9d99aa77bd8f0ec5" providerId="LiveId" clId="{F04E07A7-CC96-4E9C-AD1B-B7D113E85810}" dt="2025-08-20T11:17:35.547" v="1559" actId="13822"/>
          <ac:cxnSpMkLst>
            <pc:docMk/>
            <pc:sldMk cId="4267919530" sldId="257"/>
            <ac:cxnSpMk id="210" creationId="{83E7C003-8B76-B896-6EFA-DFBC812A1616}"/>
          </ac:cxnSpMkLst>
        </pc:cxnChg>
      </pc:sldChg>
    </pc:docChg>
  </pc:docChgLst>
  <pc:docChgLst>
    <pc:chgData name="Orla Kavanagh" userId="9d99aa77bd8f0ec5" providerId="LiveId" clId="{F7AB2DAD-4DC3-441D-A9F3-0A06946EDBEA}"/>
    <pc:docChg chg="undo custSel modSld">
      <pc:chgData name="Orla Kavanagh" userId="9d99aa77bd8f0ec5" providerId="LiveId" clId="{F7AB2DAD-4DC3-441D-A9F3-0A06946EDBEA}" dt="2025-09-01T20:59:28.320" v="28" actId="1076"/>
      <pc:docMkLst>
        <pc:docMk/>
      </pc:docMkLst>
      <pc:sldChg chg="addSp delSp mod">
        <pc:chgData name="Orla Kavanagh" userId="9d99aa77bd8f0ec5" providerId="LiveId" clId="{F7AB2DAD-4DC3-441D-A9F3-0A06946EDBEA}" dt="2025-09-01T20:54:38.497" v="1" actId="478"/>
        <pc:sldMkLst>
          <pc:docMk/>
          <pc:sldMk cId="2246533368" sldId="256"/>
        </pc:sldMkLst>
        <pc:spChg chg="add del">
          <ac:chgData name="Orla Kavanagh" userId="9d99aa77bd8f0ec5" providerId="LiveId" clId="{F7AB2DAD-4DC3-441D-A9F3-0A06946EDBEA}" dt="2025-09-01T20:54:38.497" v="1" actId="478"/>
          <ac:spMkLst>
            <pc:docMk/>
            <pc:sldMk cId="2246533368" sldId="256"/>
            <ac:spMk id="4" creationId="{C067BED7-2601-F5B4-C15E-A440BDDA478E}"/>
          </ac:spMkLst>
        </pc:spChg>
      </pc:sldChg>
      <pc:sldChg chg="addSp modSp mod">
        <pc:chgData name="Orla Kavanagh" userId="9d99aa77bd8f0ec5" providerId="LiveId" clId="{F7AB2DAD-4DC3-441D-A9F3-0A06946EDBEA}" dt="2025-09-01T20:59:28.320" v="28" actId="1076"/>
        <pc:sldMkLst>
          <pc:docMk/>
          <pc:sldMk cId="4267919530" sldId="257"/>
        </pc:sldMkLst>
        <pc:spChg chg="add mod">
          <ac:chgData name="Orla Kavanagh" userId="9d99aa77bd8f0ec5" providerId="LiveId" clId="{F7AB2DAD-4DC3-441D-A9F3-0A06946EDBEA}" dt="2025-09-01T20:59:15.448" v="25" actId="14100"/>
          <ac:spMkLst>
            <pc:docMk/>
            <pc:sldMk cId="4267919530" sldId="257"/>
            <ac:spMk id="3" creationId="{0FD3155B-A639-DD9B-8CC3-19B1BC66DF94}"/>
          </ac:spMkLst>
        </pc:spChg>
        <pc:spChg chg="add mod">
          <ac:chgData name="Orla Kavanagh" userId="9d99aa77bd8f0ec5" providerId="LiveId" clId="{F7AB2DAD-4DC3-441D-A9F3-0A06946EDBEA}" dt="2025-09-01T20:59:28.320" v="28" actId="1076"/>
          <ac:spMkLst>
            <pc:docMk/>
            <pc:sldMk cId="4267919530" sldId="257"/>
            <ac:spMk id="10" creationId="{970C1E06-2154-7725-5C08-EDBCD40551AC}"/>
          </ac:spMkLst>
        </pc:spChg>
        <pc:grpChg chg="add mod">
          <ac:chgData name="Orla Kavanagh" userId="9d99aa77bd8f0ec5" providerId="LiveId" clId="{F7AB2DAD-4DC3-441D-A9F3-0A06946EDBEA}" dt="2025-09-01T20:58:12.223" v="23" actId="164"/>
          <ac:grpSpMkLst>
            <pc:docMk/>
            <pc:sldMk cId="4267919530" sldId="257"/>
            <ac:grpSpMk id="2" creationId="{2E408152-D7F7-B444-C724-A28759D61FE9}"/>
          </ac:grpSpMkLst>
        </pc:grpChg>
        <pc:grpChg chg="add mod">
          <ac:chgData name="Orla Kavanagh" userId="9d99aa77bd8f0ec5" providerId="LiveId" clId="{F7AB2DAD-4DC3-441D-A9F3-0A06946EDBEA}" dt="2025-09-01T20:59:22.420" v="27" actId="1076"/>
          <ac:grpSpMkLst>
            <pc:docMk/>
            <pc:sldMk cId="4267919530" sldId="257"/>
            <ac:grpSpMk id="15" creationId="{F428C572-2896-61F2-22F3-C46EF7362DDA}"/>
          </ac:grpSpMkLst>
        </pc:grpChg>
        <pc:grpChg chg="mod">
          <ac:chgData name="Orla Kavanagh" userId="9d99aa77bd8f0ec5" providerId="LiveId" clId="{F7AB2DAD-4DC3-441D-A9F3-0A06946EDBEA}" dt="2025-09-01T20:58:12.223" v="23" actId="164"/>
          <ac:grpSpMkLst>
            <pc:docMk/>
            <pc:sldMk cId="4267919530" sldId="257"/>
            <ac:grpSpMk id="213" creationId="{ADACE12A-7953-DD3E-A771-11B9D4D1D94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4518" y="2584553"/>
            <a:ext cx="10251202" cy="5498112"/>
          </a:xfrm>
        </p:spPr>
        <p:txBody>
          <a:bodyPr anchor="b"/>
          <a:lstStyle>
            <a:lvl1pPr algn="ctr">
              <a:defRPr sz="79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530" y="8294693"/>
            <a:ext cx="9045179" cy="3812852"/>
          </a:xfrm>
        </p:spPr>
        <p:txBody>
          <a:bodyPr/>
          <a:lstStyle>
            <a:lvl1pPr marL="0" indent="0" algn="ctr">
              <a:buNone/>
              <a:defRPr sz="3165"/>
            </a:lvl1pPr>
            <a:lvl2pPr marL="603001" indent="0" algn="ctr">
              <a:buNone/>
              <a:defRPr sz="2638"/>
            </a:lvl2pPr>
            <a:lvl3pPr marL="1206002" indent="0" algn="ctr">
              <a:buNone/>
              <a:defRPr sz="2374"/>
            </a:lvl3pPr>
            <a:lvl4pPr marL="1809003" indent="0" algn="ctr">
              <a:buNone/>
              <a:defRPr sz="2110"/>
            </a:lvl4pPr>
            <a:lvl5pPr marL="2412004" indent="0" algn="ctr">
              <a:buNone/>
              <a:defRPr sz="2110"/>
            </a:lvl5pPr>
            <a:lvl6pPr marL="3015005" indent="0" algn="ctr">
              <a:buNone/>
              <a:defRPr sz="2110"/>
            </a:lvl6pPr>
            <a:lvl7pPr marL="3618006" indent="0" algn="ctr">
              <a:buNone/>
              <a:defRPr sz="2110"/>
            </a:lvl7pPr>
            <a:lvl8pPr marL="4221008" indent="0" algn="ctr">
              <a:buNone/>
              <a:defRPr sz="2110"/>
            </a:lvl8pPr>
            <a:lvl9pPr marL="4824009" indent="0" algn="ctr">
              <a:buNone/>
              <a:defRPr sz="211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264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937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61" y="3937150"/>
            <a:ext cx="10401955" cy="6569219"/>
          </a:xfrm>
        </p:spPr>
        <p:txBody>
          <a:bodyPr anchor="b"/>
          <a:lstStyle>
            <a:lvl1pPr>
              <a:defRPr sz="79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861" y="10568517"/>
            <a:ext cx="10401955" cy="3454597"/>
          </a:xfrm>
        </p:spPr>
        <p:txBody>
          <a:bodyPr/>
          <a:lstStyle>
            <a:lvl1pPr marL="0" indent="0">
              <a:buNone/>
              <a:defRPr sz="3165">
                <a:solidFill>
                  <a:schemeClr val="tx1">
                    <a:tint val="82000"/>
                  </a:schemeClr>
                </a:solidFill>
              </a:defRPr>
            </a:lvl1pPr>
            <a:lvl2pPr marL="603001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2pPr>
            <a:lvl3pPr marL="1206002" indent="0">
              <a:buNone/>
              <a:defRPr sz="2374">
                <a:solidFill>
                  <a:schemeClr val="tx1">
                    <a:tint val="82000"/>
                  </a:schemeClr>
                </a:solidFill>
              </a:defRPr>
            </a:lvl3pPr>
            <a:lvl4pPr marL="1809003" indent="0">
              <a:buNone/>
              <a:defRPr sz="2110">
                <a:solidFill>
                  <a:schemeClr val="tx1">
                    <a:tint val="82000"/>
                  </a:schemeClr>
                </a:solidFill>
              </a:defRPr>
            </a:lvl4pPr>
            <a:lvl5pPr marL="2412004" indent="0">
              <a:buNone/>
              <a:defRPr sz="2110">
                <a:solidFill>
                  <a:schemeClr val="tx1">
                    <a:tint val="82000"/>
                  </a:schemeClr>
                </a:solidFill>
              </a:defRPr>
            </a:lvl5pPr>
            <a:lvl6pPr marL="3015005" indent="0">
              <a:buNone/>
              <a:defRPr sz="2110">
                <a:solidFill>
                  <a:schemeClr val="tx1">
                    <a:tint val="82000"/>
                  </a:schemeClr>
                </a:solidFill>
              </a:defRPr>
            </a:lvl6pPr>
            <a:lvl7pPr marL="3618006" indent="0">
              <a:buNone/>
              <a:defRPr sz="2110">
                <a:solidFill>
                  <a:schemeClr val="tx1">
                    <a:tint val="82000"/>
                  </a:schemeClr>
                </a:solidFill>
              </a:defRPr>
            </a:lvl7pPr>
            <a:lvl8pPr marL="4221008" indent="0">
              <a:buNone/>
              <a:defRPr sz="2110">
                <a:solidFill>
                  <a:schemeClr val="tx1">
                    <a:tint val="82000"/>
                  </a:schemeClr>
                </a:solidFill>
              </a:defRPr>
            </a:lvl8pPr>
            <a:lvl9pPr marL="4824009" indent="0">
              <a:buNone/>
              <a:defRPr sz="211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9214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141" y="4204009"/>
            <a:ext cx="5125601" cy="100201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5496" y="4204009"/>
            <a:ext cx="5125601" cy="100201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613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712" y="840805"/>
            <a:ext cx="10401955" cy="30524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714" y="3871345"/>
            <a:ext cx="5102045" cy="1897286"/>
          </a:xfrm>
        </p:spPr>
        <p:txBody>
          <a:bodyPr anchor="b"/>
          <a:lstStyle>
            <a:lvl1pPr marL="0" indent="0">
              <a:buNone/>
              <a:defRPr sz="3165" b="1"/>
            </a:lvl1pPr>
            <a:lvl2pPr marL="603001" indent="0">
              <a:buNone/>
              <a:defRPr sz="2638" b="1"/>
            </a:lvl2pPr>
            <a:lvl3pPr marL="1206002" indent="0">
              <a:buNone/>
              <a:defRPr sz="2374" b="1"/>
            </a:lvl3pPr>
            <a:lvl4pPr marL="1809003" indent="0">
              <a:buNone/>
              <a:defRPr sz="2110" b="1"/>
            </a:lvl4pPr>
            <a:lvl5pPr marL="2412004" indent="0">
              <a:buNone/>
              <a:defRPr sz="2110" b="1"/>
            </a:lvl5pPr>
            <a:lvl6pPr marL="3015005" indent="0">
              <a:buNone/>
              <a:defRPr sz="2110" b="1"/>
            </a:lvl6pPr>
            <a:lvl7pPr marL="3618006" indent="0">
              <a:buNone/>
              <a:defRPr sz="2110" b="1"/>
            </a:lvl7pPr>
            <a:lvl8pPr marL="4221008" indent="0">
              <a:buNone/>
              <a:defRPr sz="2110" b="1"/>
            </a:lvl8pPr>
            <a:lvl9pPr marL="4824009" indent="0">
              <a:buNone/>
              <a:defRPr sz="211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0714" y="5768631"/>
            <a:ext cx="5102045" cy="84847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5496" y="3871345"/>
            <a:ext cx="5127172" cy="1897286"/>
          </a:xfrm>
        </p:spPr>
        <p:txBody>
          <a:bodyPr anchor="b"/>
          <a:lstStyle>
            <a:lvl1pPr marL="0" indent="0">
              <a:buNone/>
              <a:defRPr sz="3165" b="1"/>
            </a:lvl1pPr>
            <a:lvl2pPr marL="603001" indent="0">
              <a:buNone/>
              <a:defRPr sz="2638" b="1"/>
            </a:lvl2pPr>
            <a:lvl3pPr marL="1206002" indent="0">
              <a:buNone/>
              <a:defRPr sz="2374" b="1"/>
            </a:lvl3pPr>
            <a:lvl4pPr marL="1809003" indent="0">
              <a:buNone/>
              <a:defRPr sz="2110" b="1"/>
            </a:lvl4pPr>
            <a:lvl5pPr marL="2412004" indent="0">
              <a:buNone/>
              <a:defRPr sz="2110" b="1"/>
            </a:lvl5pPr>
            <a:lvl6pPr marL="3015005" indent="0">
              <a:buNone/>
              <a:defRPr sz="2110" b="1"/>
            </a:lvl6pPr>
            <a:lvl7pPr marL="3618006" indent="0">
              <a:buNone/>
              <a:defRPr sz="2110" b="1"/>
            </a:lvl7pPr>
            <a:lvl8pPr marL="4221008" indent="0">
              <a:buNone/>
              <a:defRPr sz="2110" b="1"/>
            </a:lvl8pPr>
            <a:lvl9pPr marL="4824009" indent="0">
              <a:buNone/>
              <a:defRPr sz="211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5496" y="5768631"/>
            <a:ext cx="5127172" cy="84847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521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347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9296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712" y="1052830"/>
            <a:ext cx="3889741" cy="3684905"/>
          </a:xfrm>
        </p:spPr>
        <p:txBody>
          <a:bodyPr anchor="b"/>
          <a:lstStyle>
            <a:lvl1pPr>
              <a:defRPr sz="42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7172" y="2273824"/>
            <a:ext cx="6105495" cy="11222875"/>
          </a:xfrm>
        </p:spPr>
        <p:txBody>
          <a:bodyPr/>
          <a:lstStyle>
            <a:lvl1pPr>
              <a:defRPr sz="4220"/>
            </a:lvl1pPr>
            <a:lvl2pPr>
              <a:defRPr sz="3693"/>
            </a:lvl2pPr>
            <a:lvl3pPr>
              <a:defRPr sz="3165"/>
            </a:lvl3pPr>
            <a:lvl4pPr>
              <a:defRPr sz="2638"/>
            </a:lvl4pPr>
            <a:lvl5pPr>
              <a:defRPr sz="2638"/>
            </a:lvl5pPr>
            <a:lvl6pPr>
              <a:defRPr sz="2638"/>
            </a:lvl6pPr>
            <a:lvl7pPr>
              <a:defRPr sz="2638"/>
            </a:lvl7pPr>
            <a:lvl8pPr>
              <a:defRPr sz="2638"/>
            </a:lvl8pPr>
            <a:lvl9pPr>
              <a:defRPr sz="263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0712" y="4737735"/>
            <a:ext cx="3889741" cy="8777240"/>
          </a:xfrm>
        </p:spPr>
        <p:txBody>
          <a:bodyPr/>
          <a:lstStyle>
            <a:lvl1pPr marL="0" indent="0">
              <a:buNone/>
              <a:defRPr sz="2110"/>
            </a:lvl1pPr>
            <a:lvl2pPr marL="603001" indent="0">
              <a:buNone/>
              <a:defRPr sz="1846"/>
            </a:lvl2pPr>
            <a:lvl3pPr marL="1206002" indent="0">
              <a:buNone/>
              <a:defRPr sz="1583"/>
            </a:lvl3pPr>
            <a:lvl4pPr marL="1809003" indent="0">
              <a:buNone/>
              <a:defRPr sz="1319"/>
            </a:lvl4pPr>
            <a:lvl5pPr marL="2412004" indent="0">
              <a:buNone/>
              <a:defRPr sz="1319"/>
            </a:lvl5pPr>
            <a:lvl6pPr marL="3015005" indent="0">
              <a:buNone/>
              <a:defRPr sz="1319"/>
            </a:lvl6pPr>
            <a:lvl7pPr marL="3618006" indent="0">
              <a:buNone/>
              <a:defRPr sz="1319"/>
            </a:lvl7pPr>
            <a:lvl8pPr marL="4221008" indent="0">
              <a:buNone/>
              <a:defRPr sz="1319"/>
            </a:lvl8pPr>
            <a:lvl9pPr marL="4824009" indent="0">
              <a:buNone/>
              <a:defRPr sz="131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587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712" y="1052830"/>
            <a:ext cx="3889741" cy="3684905"/>
          </a:xfrm>
        </p:spPr>
        <p:txBody>
          <a:bodyPr anchor="b"/>
          <a:lstStyle>
            <a:lvl1pPr>
              <a:defRPr sz="42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27172" y="2273824"/>
            <a:ext cx="6105495" cy="11222875"/>
          </a:xfrm>
        </p:spPr>
        <p:txBody>
          <a:bodyPr anchor="t"/>
          <a:lstStyle>
            <a:lvl1pPr marL="0" indent="0">
              <a:buNone/>
              <a:defRPr sz="4220"/>
            </a:lvl1pPr>
            <a:lvl2pPr marL="603001" indent="0">
              <a:buNone/>
              <a:defRPr sz="3693"/>
            </a:lvl2pPr>
            <a:lvl3pPr marL="1206002" indent="0">
              <a:buNone/>
              <a:defRPr sz="3165"/>
            </a:lvl3pPr>
            <a:lvl4pPr marL="1809003" indent="0">
              <a:buNone/>
              <a:defRPr sz="2638"/>
            </a:lvl4pPr>
            <a:lvl5pPr marL="2412004" indent="0">
              <a:buNone/>
              <a:defRPr sz="2638"/>
            </a:lvl5pPr>
            <a:lvl6pPr marL="3015005" indent="0">
              <a:buNone/>
              <a:defRPr sz="2638"/>
            </a:lvl6pPr>
            <a:lvl7pPr marL="3618006" indent="0">
              <a:buNone/>
              <a:defRPr sz="2638"/>
            </a:lvl7pPr>
            <a:lvl8pPr marL="4221008" indent="0">
              <a:buNone/>
              <a:defRPr sz="2638"/>
            </a:lvl8pPr>
            <a:lvl9pPr marL="4824009" indent="0">
              <a:buNone/>
              <a:defRPr sz="263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0712" y="4737735"/>
            <a:ext cx="3889741" cy="8777240"/>
          </a:xfrm>
        </p:spPr>
        <p:txBody>
          <a:bodyPr/>
          <a:lstStyle>
            <a:lvl1pPr marL="0" indent="0">
              <a:buNone/>
              <a:defRPr sz="2110"/>
            </a:lvl1pPr>
            <a:lvl2pPr marL="603001" indent="0">
              <a:buNone/>
              <a:defRPr sz="1846"/>
            </a:lvl2pPr>
            <a:lvl3pPr marL="1206002" indent="0">
              <a:buNone/>
              <a:defRPr sz="1583"/>
            </a:lvl3pPr>
            <a:lvl4pPr marL="1809003" indent="0">
              <a:buNone/>
              <a:defRPr sz="1319"/>
            </a:lvl4pPr>
            <a:lvl5pPr marL="2412004" indent="0">
              <a:buNone/>
              <a:defRPr sz="1319"/>
            </a:lvl5pPr>
            <a:lvl6pPr marL="3015005" indent="0">
              <a:buNone/>
              <a:defRPr sz="1319"/>
            </a:lvl6pPr>
            <a:lvl7pPr marL="3618006" indent="0">
              <a:buNone/>
              <a:defRPr sz="1319"/>
            </a:lvl7pPr>
            <a:lvl8pPr marL="4221008" indent="0">
              <a:buNone/>
              <a:defRPr sz="1319"/>
            </a:lvl8pPr>
            <a:lvl9pPr marL="4824009" indent="0">
              <a:buNone/>
              <a:defRPr sz="131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943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496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30608" y="840802"/>
            <a:ext cx="2600489" cy="1338337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9142" y="840802"/>
            <a:ext cx="7650713" cy="1338337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052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9142" y="840805"/>
            <a:ext cx="10401955" cy="3052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142" y="4204009"/>
            <a:ext cx="10401955" cy="10020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9141" y="14637265"/>
            <a:ext cx="2713554" cy="840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17459-C024-4067-B6D7-5DEB5263AAFA}" type="datetimeFigureOut">
              <a:rPr lang="en-IE" smtClean="0"/>
              <a:t>01/09/2025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94954" y="14637265"/>
            <a:ext cx="4070330" cy="840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7543" y="14637265"/>
            <a:ext cx="2713554" cy="840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524BB-A0BE-422E-BD95-CD5965AD9F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177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06002" rtl="0" eaLnBrk="1" latinLnBrk="0" hangingPunct="1">
        <a:lnSpc>
          <a:spcPct val="90000"/>
        </a:lnSpc>
        <a:spcBef>
          <a:spcPct val="0"/>
        </a:spcBef>
        <a:buNone/>
        <a:defRPr sz="58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1501" indent="-301501" algn="l" defTabSz="1206002" rtl="0" eaLnBrk="1" latinLnBrk="0" hangingPunct="1">
        <a:lnSpc>
          <a:spcPct val="90000"/>
        </a:lnSpc>
        <a:spcBef>
          <a:spcPts val="1319"/>
        </a:spcBef>
        <a:buFont typeface="Arial" panose="020B0604020202020204" pitchFamily="34" charset="0"/>
        <a:buChar char="•"/>
        <a:defRPr sz="3693" kern="1200">
          <a:solidFill>
            <a:schemeClr val="tx1"/>
          </a:solidFill>
          <a:latin typeface="+mn-lt"/>
          <a:ea typeface="+mn-ea"/>
          <a:cs typeface="+mn-cs"/>
        </a:defRPr>
      </a:lvl1pPr>
      <a:lvl2pPr marL="904502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3165" kern="1200">
          <a:solidFill>
            <a:schemeClr val="tx1"/>
          </a:solidFill>
          <a:latin typeface="+mn-lt"/>
          <a:ea typeface="+mn-ea"/>
          <a:cs typeface="+mn-cs"/>
        </a:defRPr>
      </a:lvl2pPr>
      <a:lvl3pPr marL="1507503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638" kern="1200">
          <a:solidFill>
            <a:schemeClr val="tx1"/>
          </a:solidFill>
          <a:latin typeface="+mn-lt"/>
          <a:ea typeface="+mn-ea"/>
          <a:cs typeface="+mn-cs"/>
        </a:defRPr>
      </a:lvl3pPr>
      <a:lvl4pPr marL="2110504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4pPr>
      <a:lvl5pPr marL="2713505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5pPr>
      <a:lvl6pPr marL="3316506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6pPr>
      <a:lvl7pPr marL="3919507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7pPr>
      <a:lvl8pPr marL="4522508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8pPr>
      <a:lvl9pPr marL="5125509" indent="-301501" algn="l" defTabSz="1206002" rtl="0" eaLnBrk="1" latinLnBrk="0" hangingPunct="1">
        <a:lnSpc>
          <a:spcPct val="90000"/>
        </a:lnSpc>
        <a:spcBef>
          <a:spcPts val="659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1pPr>
      <a:lvl2pPr marL="603001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2pPr>
      <a:lvl3pPr marL="1206002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09003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4pPr>
      <a:lvl5pPr marL="2412004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5pPr>
      <a:lvl6pPr marL="3015005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6pPr>
      <a:lvl7pPr marL="3618006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7pPr>
      <a:lvl8pPr marL="4221008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8pPr>
      <a:lvl9pPr marL="4824009" algn="l" defTabSz="1206002" rtl="0" eaLnBrk="1" latinLnBrk="0" hangingPunct="1">
        <a:defRPr sz="23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E1EF-B463-DEFB-75B9-27B59E289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119" y="5589591"/>
            <a:ext cx="9144000" cy="3562371"/>
          </a:xfrm>
        </p:spPr>
        <p:txBody>
          <a:bodyPr/>
          <a:lstStyle/>
          <a:p>
            <a:r>
              <a:rPr lang="en-IE" dirty="0"/>
              <a:t>Flow charts and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24653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428C572-2896-61F2-22F3-C46EF7362DDA}"/>
              </a:ext>
            </a:extLst>
          </p:cNvPr>
          <p:cNvGrpSpPr/>
          <p:nvPr/>
        </p:nvGrpSpPr>
        <p:grpSpPr>
          <a:xfrm>
            <a:off x="444176" y="789846"/>
            <a:ext cx="11616062" cy="13902360"/>
            <a:chOff x="486465" y="827553"/>
            <a:chExt cx="11616062" cy="13902360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ADACE12A-7953-DD3E-A771-11B9D4D1D94A}"/>
                </a:ext>
              </a:extLst>
            </p:cNvPr>
            <p:cNvGrpSpPr/>
            <p:nvPr/>
          </p:nvGrpSpPr>
          <p:grpSpPr>
            <a:xfrm>
              <a:off x="486465" y="1019607"/>
              <a:ext cx="11455401" cy="13710306"/>
              <a:chOff x="486465" y="1019607"/>
              <a:chExt cx="11455401" cy="13710306"/>
            </a:xfrm>
          </p:grpSpPr>
          <p:sp>
            <p:nvSpPr>
              <p:cNvPr id="4" name="Flowchart: Magnetic Disk 3">
                <a:extLst>
                  <a:ext uri="{FF2B5EF4-FFF2-40B4-BE49-F238E27FC236}">
                    <a16:creationId xmlns:a16="http://schemas.microsoft.com/office/drawing/2014/main" id="{8B77163F-54D3-5278-2CB7-C3656C93D5AB}"/>
                  </a:ext>
                </a:extLst>
              </p:cNvPr>
              <p:cNvSpPr/>
              <p:nvPr/>
            </p:nvSpPr>
            <p:spPr>
              <a:xfrm>
                <a:off x="731473" y="3173577"/>
                <a:ext cx="1628384" cy="1650304"/>
              </a:xfrm>
              <a:prstGeom prst="flowChartMagneticDisk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yfinance database 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0420BE-6A91-6F22-053B-8C2C254172B3}"/>
                  </a:ext>
                </a:extLst>
              </p:cNvPr>
              <p:cNvSpPr/>
              <p:nvPr/>
            </p:nvSpPr>
            <p:spPr>
              <a:xfrm>
                <a:off x="3073841" y="3048072"/>
                <a:ext cx="2135686" cy="50730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BA+ exog COVID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2A7B9F5-CDEA-5325-82A1-61A2D9FCE1F4}"/>
                  </a:ext>
                </a:extLst>
              </p:cNvPr>
              <p:cNvSpPr/>
              <p:nvPr/>
            </p:nvSpPr>
            <p:spPr>
              <a:xfrm>
                <a:off x="5923512" y="3651824"/>
                <a:ext cx="1816273" cy="90083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EDA</a:t>
                </a:r>
              </a:p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Data cleaning</a:t>
                </a:r>
              </a:p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Pre processing 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AD1DD8EA-99B4-F6F0-9531-293DC2013900}"/>
                  </a:ext>
                </a:extLst>
              </p:cNvPr>
              <p:cNvSpPr/>
              <p:nvPr/>
            </p:nvSpPr>
            <p:spPr>
              <a:xfrm>
                <a:off x="3073841" y="3642303"/>
                <a:ext cx="2135686" cy="35883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BA + exog 2025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3736361-42E9-6731-1CAE-768B0306FBA8}"/>
                  </a:ext>
                </a:extLst>
              </p:cNvPr>
              <p:cNvSpPr/>
              <p:nvPr/>
            </p:nvSpPr>
            <p:spPr>
              <a:xfrm>
                <a:off x="3073841" y="4533816"/>
                <a:ext cx="2135686" cy="42171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DELL + exog 2025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A955E04-B9D8-0B5F-C63E-9C1048904CB4}"/>
                  </a:ext>
                </a:extLst>
              </p:cNvPr>
              <p:cNvSpPr/>
              <p:nvPr/>
            </p:nvSpPr>
            <p:spPr>
              <a:xfrm>
                <a:off x="3073844" y="4088062"/>
                <a:ext cx="2135687" cy="35883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DELL +exog COVID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9462BAF-720F-2066-C220-C8567DB5F141}"/>
                  </a:ext>
                </a:extLst>
              </p:cNvPr>
              <p:cNvSpPr/>
              <p:nvPr/>
            </p:nvSpPr>
            <p:spPr>
              <a:xfrm>
                <a:off x="1823274" y="6560381"/>
                <a:ext cx="4800601" cy="58300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AD7F7C-A5B5-E5B3-D8EA-EA1D9C406514}"/>
                  </a:ext>
                </a:extLst>
              </p:cNvPr>
              <p:cNvSpPr/>
              <p:nvPr/>
            </p:nvSpPr>
            <p:spPr>
              <a:xfrm>
                <a:off x="7261141" y="6619328"/>
                <a:ext cx="4550225" cy="5771152"/>
              </a:xfrm>
              <a:prstGeom prst="rect">
                <a:avLst/>
              </a:prstGeom>
              <a:solidFill>
                <a:srgbClr val="FFFF99"/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AA8BA21-8493-4112-958D-C4EFEB2F14AE}"/>
                  </a:ext>
                </a:extLst>
              </p:cNvPr>
              <p:cNvSpPr/>
              <p:nvPr/>
            </p:nvSpPr>
            <p:spPr>
              <a:xfrm>
                <a:off x="8033043" y="6937511"/>
                <a:ext cx="2956825" cy="721673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Selection of exog variables (Granger)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972D3DFE-A526-D90C-D25E-55C65512FE3C}"/>
                  </a:ext>
                </a:extLst>
              </p:cNvPr>
              <p:cNvSpPr/>
              <p:nvPr/>
            </p:nvSpPr>
            <p:spPr>
              <a:xfrm>
                <a:off x="8046052" y="7969104"/>
                <a:ext cx="2956825" cy="780789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Model architecture selection ARIMA and SARIMA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5E7B68F3-6EB9-6668-8B29-377B7D3F675A}"/>
                  </a:ext>
                </a:extLst>
              </p:cNvPr>
              <p:cNvSpPr/>
              <p:nvPr/>
            </p:nvSpPr>
            <p:spPr>
              <a:xfrm>
                <a:off x="7456680" y="9537407"/>
                <a:ext cx="1648873" cy="1368719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Baseline model evaluations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FDA1F79-CB2C-0CD6-3ACC-8DE2236384F1}"/>
                  </a:ext>
                </a:extLst>
              </p:cNvPr>
              <p:cNvSpPr/>
              <p:nvPr/>
            </p:nvSpPr>
            <p:spPr>
              <a:xfrm>
                <a:off x="9299296" y="9425295"/>
                <a:ext cx="2318326" cy="1705139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SARIMAX and ARIMAX evaluations with each chosen exog var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7417CC5-4855-532F-43E5-6FE98EBFA676}"/>
                  </a:ext>
                </a:extLst>
              </p:cNvPr>
              <p:cNvSpPr/>
              <p:nvPr/>
            </p:nvSpPr>
            <p:spPr>
              <a:xfrm>
                <a:off x="2058224" y="6798095"/>
                <a:ext cx="4057412" cy="979608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Hyperparameter tuning for LSTM architecture </a:t>
                </a:r>
                <a:r>
                  <a:rPr lang="en-IE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(random 80/20 split)</a:t>
                </a:r>
                <a:endParaRPr lang="en-IE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C240E94-81BB-D5EE-5F55-7B2F7889D4B2}"/>
                  </a:ext>
                </a:extLst>
              </p:cNvPr>
              <p:cNvSpPr/>
              <p:nvPr/>
            </p:nvSpPr>
            <p:spPr>
              <a:xfrm>
                <a:off x="2068968" y="8736988"/>
                <a:ext cx="1744912" cy="1226249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Evaluation of baseline models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82B3C65-CA0E-6CCA-33AE-E408FCEAF5A6}"/>
                  </a:ext>
                </a:extLst>
              </p:cNvPr>
              <p:cNvSpPr/>
              <p:nvPr/>
            </p:nvSpPr>
            <p:spPr>
              <a:xfrm>
                <a:off x="4086930" y="8422183"/>
                <a:ext cx="2312500" cy="2608821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Evaluation with exog vars: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One by 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Grouped by category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Multi input: “best of each category”</a:t>
                </a:r>
              </a:p>
              <a:p>
                <a:pPr algn="ctr"/>
                <a:endParaRPr lang="en-IE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0828D44-C9B3-4868-E7FA-5929CEADE57D}"/>
                  </a:ext>
                </a:extLst>
              </p:cNvPr>
              <p:cNvSpPr/>
              <p:nvPr/>
            </p:nvSpPr>
            <p:spPr>
              <a:xfrm>
                <a:off x="4141684" y="13513186"/>
                <a:ext cx="6089650" cy="1216727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Comparative analysis of models and impact of each exogeneous variable/ combination of variables over three horizons and two volatile periods.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5239D6B-C8CC-EC41-A96B-A708F0B54782}"/>
                  </a:ext>
                </a:extLst>
              </p:cNvPr>
              <p:cNvSpPr/>
              <p:nvPr/>
            </p:nvSpPr>
            <p:spPr>
              <a:xfrm>
                <a:off x="486465" y="1019607"/>
                <a:ext cx="2197100" cy="149578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/>
                  <a:t>Companies chosen and multiple exogeneous variables selected for each company.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0B1908B-BCCA-0BAD-6336-E2E8DD63DFCE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>
                <a:off x="1545665" y="2515393"/>
                <a:ext cx="0" cy="6581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E5934E5-B18E-801A-4C3D-2078566A9C6E}"/>
                  </a:ext>
                </a:extLst>
              </p:cNvPr>
              <p:cNvCxnSpPr>
                <a:cxnSpLocks/>
                <a:stCxn id="4" idx="4"/>
                <a:endCxn id="5" idx="1"/>
              </p:cNvCxnSpPr>
              <p:nvPr/>
            </p:nvCxnSpPr>
            <p:spPr>
              <a:xfrm flipV="1">
                <a:off x="2359857" y="3301725"/>
                <a:ext cx="713984" cy="6970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3486C79-9A57-A283-21D2-B961FFC8F301}"/>
                  </a:ext>
                </a:extLst>
              </p:cNvPr>
              <p:cNvCxnSpPr>
                <a:cxnSpLocks/>
                <a:stCxn id="4" idx="4"/>
                <a:endCxn id="7" idx="1"/>
              </p:cNvCxnSpPr>
              <p:nvPr/>
            </p:nvCxnSpPr>
            <p:spPr>
              <a:xfrm flipV="1">
                <a:off x="2359857" y="3821721"/>
                <a:ext cx="713984" cy="1770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51D0041A-428F-6367-2CEE-0EC909479CC4}"/>
                  </a:ext>
                </a:extLst>
              </p:cNvPr>
              <p:cNvCxnSpPr>
                <a:cxnSpLocks/>
                <a:stCxn id="4" idx="4"/>
                <a:endCxn id="9" idx="1"/>
              </p:cNvCxnSpPr>
              <p:nvPr/>
            </p:nvCxnSpPr>
            <p:spPr>
              <a:xfrm>
                <a:off x="2359857" y="3998729"/>
                <a:ext cx="713986" cy="2687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9EAEC4F-EBA8-CA96-52DB-056ED865E51E}"/>
                  </a:ext>
                </a:extLst>
              </p:cNvPr>
              <p:cNvCxnSpPr>
                <a:cxnSpLocks/>
                <a:stCxn id="4" idx="4"/>
                <a:endCxn id="8" idx="1"/>
              </p:cNvCxnSpPr>
              <p:nvPr/>
            </p:nvCxnSpPr>
            <p:spPr>
              <a:xfrm>
                <a:off x="2359857" y="3998729"/>
                <a:ext cx="713984" cy="7459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6C32EA3-FBAA-B5C4-2D70-088651FD65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5236" y="3352207"/>
                <a:ext cx="698272" cy="5338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7C7D16D9-11A8-DA39-E6D4-440014229E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5240" y="4201102"/>
                <a:ext cx="745245" cy="1168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F7C55292-7025-019E-D173-3BF5D9274AF3}"/>
                  </a:ext>
                </a:extLst>
              </p:cNvPr>
              <p:cNvCxnSpPr>
                <a:cxnSpLocks/>
                <a:stCxn id="7" idx="3"/>
                <a:endCxn id="6" idx="1"/>
              </p:cNvCxnSpPr>
              <p:nvPr/>
            </p:nvCxnSpPr>
            <p:spPr>
              <a:xfrm>
                <a:off x="5209527" y="3821721"/>
                <a:ext cx="713984" cy="280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A443ADBD-7BE2-3538-264A-E5608ED991A3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V="1">
                <a:off x="5209528" y="4281657"/>
                <a:ext cx="773081" cy="4630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9A7DB5F-D3ED-1F3E-6FBE-FE0735366187}"/>
                  </a:ext>
                </a:extLst>
              </p:cNvPr>
              <p:cNvCxnSpPr>
                <a:stCxn id="6" idx="3"/>
              </p:cNvCxnSpPr>
              <p:nvPr/>
            </p:nvCxnSpPr>
            <p:spPr>
              <a:xfrm>
                <a:off x="7739785" y="4102239"/>
                <a:ext cx="77308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B9FD578-913D-9C7B-C6C4-5005A75670C6}"/>
                  </a:ext>
                </a:extLst>
              </p:cNvPr>
              <p:cNvSpPr txBox="1"/>
              <p:nvPr/>
            </p:nvSpPr>
            <p:spPr>
              <a:xfrm>
                <a:off x="9655866" y="6234924"/>
                <a:ext cx="228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dirty="0"/>
                  <a:t>ARIMA family models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8E114A37-87C7-87DB-CBAB-CA10A8D32B8C}"/>
                  </a:ext>
                </a:extLst>
              </p:cNvPr>
              <p:cNvCxnSpPr>
                <a:cxnSpLocks/>
                <a:stCxn id="13" idx="2"/>
                <a:endCxn id="14" idx="0"/>
              </p:cNvCxnSpPr>
              <p:nvPr/>
            </p:nvCxnSpPr>
            <p:spPr>
              <a:xfrm>
                <a:off x="9511456" y="7659184"/>
                <a:ext cx="13009" cy="3099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E97CB71C-2D5B-E8F5-866F-A18759AE100E}"/>
                  </a:ext>
                </a:extLst>
              </p:cNvPr>
              <p:cNvCxnSpPr>
                <a:cxnSpLocks/>
                <a:stCxn id="14" idx="2"/>
                <a:endCxn id="16" idx="0"/>
              </p:cNvCxnSpPr>
              <p:nvPr/>
            </p:nvCxnSpPr>
            <p:spPr>
              <a:xfrm flipH="1">
                <a:off x="8281117" y="8749893"/>
                <a:ext cx="1243348" cy="7875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51B1D678-644B-36E9-75EC-EA3EA1D126F0}"/>
                  </a:ext>
                </a:extLst>
              </p:cNvPr>
              <p:cNvCxnSpPr>
                <a:cxnSpLocks/>
                <a:stCxn id="14" idx="2"/>
                <a:endCxn id="17" idx="0"/>
              </p:cNvCxnSpPr>
              <p:nvPr/>
            </p:nvCxnSpPr>
            <p:spPr>
              <a:xfrm>
                <a:off x="9524465" y="8749893"/>
                <a:ext cx="933994" cy="6754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6E625883-A625-7037-E7E6-E372AD66C30F}"/>
                  </a:ext>
                </a:extLst>
              </p:cNvPr>
              <p:cNvCxnSpPr>
                <a:cxnSpLocks/>
                <a:stCxn id="12" idx="2"/>
                <a:endCxn id="21" idx="0"/>
              </p:cNvCxnSpPr>
              <p:nvPr/>
            </p:nvCxnSpPr>
            <p:spPr>
              <a:xfrm flipH="1">
                <a:off x="7186509" y="12390480"/>
                <a:ext cx="2349745" cy="11227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8944F719-71CB-611E-893C-6EC5955D565A}"/>
                  </a:ext>
                </a:extLst>
              </p:cNvPr>
              <p:cNvCxnSpPr>
                <a:cxnSpLocks/>
                <a:stCxn id="141" idx="2"/>
                <a:endCxn id="11" idx="0"/>
              </p:cNvCxnSpPr>
              <p:nvPr/>
            </p:nvCxnSpPr>
            <p:spPr>
              <a:xfrm flipH="1">
                <a:off x="4223575" y="4658787"/>
                <a:ext cx="5432291" cy="19015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7EB067A-33B2-0FBC-7C07-B0E378A9BD32}"/>
                  </a:ext>
                </a:extLst>
              </p:cNvPr>
              <p:cNvCxnSpPr>
                <a:endCxn id="19" idx="0"/>
              </p:cNvCxnSpPr>
              <p:nvPr/>
            </p:nvCxnSpPr>
            <p:spPr>
              <a:xfrm flipH="1">
                <a:off x="2941425" y="7777703"/>
                <a:ext cx="1226557" cy="9592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2AEDCB25-062E-9000-5A44-A93C9EB2F63C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>
                <a:off x="4086930" y="7777704"/>
                <a:ext cx="1156250" cy="6444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2951482-4723-7C07-C69B-7242C238DA22}"/>
                  </a:ext>
                </a:extLst>
              </p:cNvPr>
              <p:cNvSpPr txBox="1"/>
              <p:nvPr/>
            </p:nvSpPr>
            <p:spPr>
              <a:xfrm>
                <a:off x="1843454" y="6191049"/>
                <a:ext cx="18684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dirty="0"/>
                  <a:t>LSTM models</a:t>
                </a:r>
              </a:p>
            </p:txBody>
          </p: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433483E8-5331-1105-44C3-D5E566AED929}"/>
                  </a:ext>
                </a:extLst>
              </p:cNvPr>
              <p:cNvCxnSpPr>
                <a:cxnSpLocks/>
                <a:stCxn id="11" idx="2"/>
                <a:endCxn id="21" idx="0"/>
              </p:cNvCxnSpPr>
              <p:nvPr/>
            </p:nvCxnSpPr>
            <p:spPr>
              <a:xfrm>
                <a:off x="4223575" y="12390480"/>
                <a:ext cx="2962934" cy="11227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54D6D94-9AE9-97A5-AE49-9D12B74D28BF}"/>
                  </a:ext>
                </a:extLst>
              </p:cNvPr>
              <p:cNvSpPr/>
              <p:nvPr/>
            </p:nvSpPr>
            <p:spPr>
              <a:xfrm>
                <a:off x="8512866" y="3757957"/>
                <a:ext cx="2286000" cy="90083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Train/Test split</a:t>
                </a:r>
              </a:p>
              <a:p>
                <a:pPr algn="ctr"/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(80/20 date-wise)</a:t>
                </a:r>
                <a:endParaRPr lang="en-IE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C26C88C1-3272-902F-8390-22D977342C39}"/>
                  </a:ext>
                </a:extLst>
              </p:cNvPr>
              <p:cNvCxnSpPr>
                <a:cxnSpLocks/>
                <a:stCxn id="141" idx="2"/>
                <a:endCxn id="12" idx="0"/>
              </p:cNvCxnSpPr>
              <p:nvPr/>
            </p:nvCxnSpPr>
            <p:spPr>
              <a:xfrm flipH="1">
                <a:off x="9536254" y="4658787"/>
                <a:ext cx="119612" cy="19605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2F05AD3-0BBD-F89C-992E-9346E0945F78}"/>
                  </a:ext>
                </a:extLst>
              </p:cNvPr>
              <p:cNvSpPr/>
              <p:nvPr/>
            </p:nvSpPr>
            <p:spPr>
              <a:xfrm>
                <a:off x="2192420" y="11529909"/>
                <a:ext cx="4062307" cy="599138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MAPE, MAE and RMSE recorded for each model and horizon</a:t>
                </a: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29CB79D2-D5F0-769F-13B7-41608267B69A}"/>
                  </a:ext>
                </a:extLst>
              </p:cNvPr>
              <p:cNvSpPr/>
              <p:nvPr/>
            </p:nvSpPr>
            <p:spPr>
              <a:xfrm>
                <a:off x="7563401" y="11529910"/>
                <a:ext cx="3960799" cy="599138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MAPE, MAE and RMSE recorded for each model and horizon</a:t>
                </a:r>
              </a:p>
            </p:txBody>
          </p:sp>
          <p:cxnSp>
            <p:nvCxnSpPr>
              <p:cNvPr id="196" name="Straight Arrow Connector 195">
                <a:extLst>
                  <a:ext uri="{FF2B5EF4-FFF2-40B4-BE49-F238E27FC236}">
                    <a16:creationId xmlns:a16="http://schemas.microsoft.com/office/drawing/2014/main" id="{E9ED47BA-3200-FC36-5D32-01EAF19CABC1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>
              <a:xfrm>
                <a:off x="2941424" y="9963237"/>
                <a:ext cx="0" cy="14980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35B183DC-F934-1980-99AF-B9A34984EA2B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>
                <a:off x="5243180" y="11031004"/>
                <a:ext cx="0" cy="4989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134FC0F6-5AB2-F88B-C8AA-6DFD11E0F5C0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>
                <a:off x="8281117" y="10906126"/>
                <a:ext cx="11765" cy="6111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83E7C003-8B76-B896-6EFA-DFBC812A1616}"/>
                  </a:ext>
                </a:extLst>
              </p:cNvPr>
              <p:cNvCxnSpPr>
                <a:stCxn id="17" idx="2"/>
              </p:cNvCxnSpPr>
              <p:nvPr/>
            </p:nvCxnSpPr>
            <p:spPr>
              <a:xfrm>
                <a:off x="10458459" y="11130434"/>
                <a:ext cx="0" cy="3994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E408152-D7F7-B444-C724-A28759D61FE9}"/>
                </a:ext>
              </a:extLst>
            </p:cNvPr>
            <p:cNvGrpSpPr/>
            <p:nvPr/>
          </p:nvGrpSpPr>
          <p:grpSpPr>
            <a:xfrm>
              <a:off x="8399282" y="827553"/>
              <a:ext cx="3703245" cy="886028"/>
              <a:chOff x="-976053" y="57789"/>
              <a:chExt cx="3703754" cy="886586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FD3155B-A639-DD9B-8CC3-19B1BC66DF94}"/>
                  </a:ext>
                </a:extLst>
              </p:cNvPr>
              <p:cNvSpPr/>
              <p:nvPr/>
            </p:nvSpPr>
            <p:spPr>
              <a:xfrm>
                <a:off x="-976053" y="390256"/>
                <a:ext cx="3360190" cy="5541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buNone/>
                </a:pPr>
                <a:r>
                  <a:rPr lang="en-IE" sz="1600" kern="100" dirty="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EDA = Exploratory Data Analysis</a:t>
                </a:r>
                <a:endParaRPr lang="en-IE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buNone/>
                </a:pPr>
                <a:r>
                  <a:rPr lang="en-IE" sz="1600" kern="100" dirty="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BA = Boeing</a:t>
                </a:r>
                <a:endParaRPr lang="en-IE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970C1E06-2154-7725-5C08-EDBCD40551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4827" y="57789"/>
                <a:ext cx="1002874" cy="2652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IE" sz="16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legend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7919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164</Words>
  <Application>Microsoft Office PowerPoint</Application>
  <PresentationFormat>Custom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Flow charts and architectures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Orla Kavanagh</dc:creator>
  <cp:lastModifiedBy>Orla Kavanagh</cp:lastModifiedBy>
  <cp:revision>1</cp:revision>
  <dcterms:created xsi:type="dcterms:W3CDTF">2025-08-20T10:09:23Z</dcterms:created>
  <dcterms:modified xsi:type="dcterms:W3CDTF">2025-09-01T20:59:30Z</dcterms:modified>
</cp:coreProperties>
</file>